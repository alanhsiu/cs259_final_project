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Calibri"/>
              </a:rPr>
              <a:t>Efficiency rises, then plateaus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GFLOPS/W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1K</c:v>
                  </c:pt>
                  <c:pt idx="1">
                    <c:v>2K</c:v>
                  </c:pt>
                  <c:pt idx="2">
                    <c:v>4K</c:v>
                  </c:pt>
                  <c:pt idx="3">
                    <c:v>8K</c:v>
                  </c:pt>
                  <c:pt idx="4">
                    <c:v>16K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29.6</c:v>
                </c:pt>
                <c:pt idx="1">
                  <c:v>57.9</c:v>
                </c:pt>
                <c:pt idx="2">
                  <c:v>103.1</c:v>
                </c:pt>
                <c:pt idx="3">
                  <c:v>145.1</c:v>
                </c:pt>
                <c:pt idx="4">
                  <c:v>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Sequence length (S)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146304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1325880"/>
            <a:ext cx="7498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GPU Baseline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Test Vectors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6012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CS259 Final Project  ·  Member 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TITAN V  ·  FP16 single-head attention  ·  S = 1K–16K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built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1417320"/>
          </a:xfrm>
          <a:prstGeom prst="rect">
            <a:avLst/>
          </a:prstGeom>
          <a:solidFill>
            <a:srgbClr val="F4F7F9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34440"/>
            <a:ext cx="128016" cy="1417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44168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91640" y="1417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vectors for the RTL team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91640" y="1856232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matmul vectors for 4×4 / 8×8 / 16×16 arrays — 10 random + 3 edge cases each — plus a real GPT-2 attention tile. Ready to load with Verilog $readmemh.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8046720" cy="1417320"/>
          </a:xfrm>
          <a:prstGeom prst="rect">
            <a:avLst/>
          </a:prstGeom>
          <a:solidFill>
            <a:srgbClr val="F4F7F9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971800"/>
            <a:ext cx="128016" cy="1417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81528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691640" y="31546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measurement pipeline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691640" y="3593592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throughput (GFLOPS), memory traffic (Nsight Compute), power, energy, and GFLOPS/W, swept across sequence lengths 1K–16K. All results saved to CSV.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16.3 TFLOPS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8836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throughput  (S = 8192)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145 GFLOPS/W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30266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energy efficiency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– 491 mJ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48640" y="41696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per inference  (S = 1K → 16K)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977640" y="1188720"/>
          <a:ext cx="47091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Takeaway: the bar to beat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1371600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128016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904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GPU is far from its peak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929384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reaches only ~15% of the FP16 tensor-core peak; SM utilization stays at 5–38%. At this single-head, D=64 shape the GPU is underused and runs mostly from cache.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8046720" cy="1371600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971800"/>
            <a:ext cx="128016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3639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baseline for the custom accelerator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575304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 = 4096 the GPU costs 41.7 mJ per inference at 103 GFLOPS/W. The systolic array (C/D) should aim to beat this energy efficiency on a fraction of the area.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 Baseline &amp; Test Vectors</dc:title>
  <dc:subject>PptxGenJS Presentation</dc:subject>
  <dc:creator>Member A</dc:creator>
  <cp:lastModifiedBy>Member A</cp:lastModifiedBy>
  <cp:revision>1</cp:revision>
  <dcterms:created xsi:type="dcterms:W3CDTF">2026-05-29T23:43:39Z</dcterms:created>
  <dcterms:modified xsi:type="dcterms:W3CDTF">2026-05-29T23:43:39Z</dcterms:modified>
</cp:coreProperties>
</file>